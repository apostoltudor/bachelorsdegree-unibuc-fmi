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1"/>
    <p:restoredTop sz="94708"/>
  </p:normalViewPr>
  <p:slideViewPr>
    <p:cSldViewPr snapToGrid="0" snapToObjects="1">
      <p:cViewPr varScale="1">
        <p:scale>
          <a:sx n="68" d="100"/>
          <a:sy n="68" d="100"/>
        </p:scale>
        <p:origin x="216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DB6A-39E8-BE45-8297-D1C417C93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79F3B-A5F1-0445-AC48-AA4630B2E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031BD-0DBF-314C-A72D-40134535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911F2-D64F-8741-A187-2A8E24B0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F137-60D7-9948-84AA-6953FCAB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10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3180-00BC-DB4C-92A4-35A498C8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EC8F-DE6F-0646-97DC-7DDD8806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0DF14-1332-D84C-BBAA-6F10265FA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CA8F-F2D6-AC4F-AB81-1FD59EA1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C5D75-4320-2049-982D-9C246197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3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C4F8-EB17-A548-8BB3-0D08C5AB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B9491-D2BB-524A-B1AD-456B9919A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A7CD-0542-E148-B67C-B9DFBD23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85776-EF16-194A-9819-AB178586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95FCB-ACF6-3047-889A-8A5BFFFD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1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0A8F-A0EA-8B43-8898-DA1FE608D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B2B53-95E5-964C-831F-2334B49CC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74AA1-83B2-AE40-A05E-5D1D7E5D3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AA78A-120A-4645-859F-0186391F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7376F-E41B-0A46-8643-98A4EDDF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0ECA6-19CA-C74C-BA43-AD70200C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7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4300-2162-5C4E-9F02-425EEFD7D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6E793-6FD9-D74F-9AF6-C6D4698B5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845A8-104D-8141-BDCD-0EFA236A6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4894D-3314-D243-88FB-277327806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2EC41-3D4C-BE4D-A0D4-B3251AF14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0F7F7-4E60-9B44-A90F-FE137224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95F6F-7704-2142-AAAC-5C0F6FE9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48FAE-6B5E-404A-9DF1-FF86ADEA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9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F3D7-D216-954E-B728-73567698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6BFDE-3F6D-0F4F-BBE1-6D381896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FF809-0EDF-8642-BBE1-2C604DF1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2D25D-8A1F-BC48-87C9-A78318E5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1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C05D6-85BB-8C47-97FE-763CE06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C342B-57A6-904B-A321-E0E3666D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4F80-912F-5145-82E8-03335378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4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3F58-67C9-7E4A-9784-82B3659C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B3CF8-362B-4249-8B4D-46F6EF8F6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14B4F-802A-0B44-AB49-82968600B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92A57-1149-CB4D-8901-2487040D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50F16-20DA-1D49-8556-179B5662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8D913-9DAA-C545-9E9A-AD774CA9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0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07A4-6C01-4C4B-A67E-CC131B21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15130-F25F-6D49-A25C-B44EB1DE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5485A-375F-6640-B9B1-B8C4ACA33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8CA26-0642-154D-B9EB-48A8A357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25A8E-9AED-1245-92D2-C44627BC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0AC97-D163-C043-BCCF-6844232F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4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68F0-2DB0-A04E-9837-C9F41251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8E61D-A4DB-294B-86F7-424D4C151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178C9-E565-D146-A6CD-DC1C2C68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7B61F-0327-A14B-BFED-6E4B4BF3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3C0CD-1BB0-504B-A4E4-FF4FB911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0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73A2F-A19C-A440-905F-4BDD21F67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8C22B-CB43-F942-8B4F-D4E91BC00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5825E-7191-4E43-B5B4-5CE22F2D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26146-07B8-A441-95B6-190D21BE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E51C4-3D7A-9A45-B250-F1E113B8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3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B0BC0-DD81-6342-B403-E06CF993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53BE-D77F-094D-A7CF-60A3A4925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EE761-8C6E-3249-8732-010492901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76FE8-94ED-904C-97BB-93530A872021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010E-1C49-344B-8092-8FE5220F8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11171-BC5E-0344-8510-2425BE4A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3B7D-3804-504D-B9A7-3A508BEA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0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EA79-0C91-674D-B4BD-4ABC46E825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Eșecul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901A4-57EA-C74C-91DA-40E3183627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realizat</a:t>
            </a:r>
            <a:r>
              <a:rPr lang="en-US" dirty="0"/>
              <a:t> de Tudor Apostol – </a:t>
            </a:r>
            <a:r>
              <a:rPr lang="en-US" dirty="0" err="1"/>
              <a:t>grupa</a:t>
            </a:r>
            <a:r>
              <a:rPr lang="en-US"/>
              <a:t> 333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3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Eșecul în sisteme distribuite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Eșecul în sisteme distribuite</dc:title>
  <dc:creator>TUDOR-FLORIAN APOSTOL</dc:creator>
  <cp:lastModifiedBy>TUDOR-FLORIAN APOSTOL</cp:lastModifiedBy>
  <cp:revision>1</cp:revision>
  <dcterms:created xsi:type="dcterms:W3CDTF">2025-11-19T22:39:34Z</dcterms:created>
  <dcterms:modified xsi:type="dcterms:W3CDTF">2025-11-20T00:25:14Z</dcterms:modified>
</cp:coreProperties>
</file>