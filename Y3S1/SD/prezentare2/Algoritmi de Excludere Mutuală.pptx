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125" y="4106167"/>
            <a:ext cx="25717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80360" y="1732657"/>
            <a:ext cx="1023127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Algoritmi de </a:t>
            </a:r>
            <a:r>
              <a:rPr b="1" i="0" lang="en-US" sz="54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Excludere Mutuală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19375" y="3077467"/>
            <a:ext cx="695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Centralized, Decentralized, Distributed &amp; Token 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10125" y="4449067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Tudor Apostol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10125" y="4839592"/>
            <a:ext cx="257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Grupa 333 | Sisteme Distribuite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22090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49759"/>
            <a:ext cx="62865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3097559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Concepte Cheie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31615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0100" y="1840259"/>
            <a:ext cx="586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ANALOGIE: IMPRIMANTA BIROULUI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0100" y="2097434"/>
            <a:ext cx="586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singură imprimantă, 10 angajați. Dacă toți trimit comenzi simultan, documentele ies amestecate. Avem nevoie de ordine.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58512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Resursa Critică: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resursă care nu poate fi partajată simultan (ex: Imprimantă, Scriere în Fișier).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413795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Race Condition: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Haosul creat când procesele se luptă pentru resursă.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524247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Soluția (Mutex):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Algoritmii care decid </a:t>
            </a:r>
            <a:r>
              <a:rPr b="0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cine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are voie să intre în Secțiunea Critică.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58512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41379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24247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381000"/>
            <a:ext cx="774096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Problema: Excluderea Mutuală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2/8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22090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4990"/>
            <a:ext cx="6286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31615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00100" y="2255490"/>
            <a:ext cx="586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ANALOGIE: "ȘEFUL" (DICTATURA)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0100" y="2512665"/>
            <a:ext cx="586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Vrei să folosești resursa? Îi ceri voie Coordonatorului. Dacă e liber, zice "OK". Dacă nu, te pune la coadă.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351279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Funcționare: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 singur nod (Coordonator) gestionează accesul.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4341465"/>
            <a:ext cx="600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Simplu de implementat, puține mesaje.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7250" y="482724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Dezavantaj Critic: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Single Point of Failure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Dacă moare Coordonatorul, tot sistemul se blochează.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5127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434146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482724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381000"/>
            <a:ext cx="6050756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Algoritmul Centralizat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3/8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22090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93540"/>
            <a:ext cx="6286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31615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00100" y="2084040"/>
            <a:ext cx="586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ANALOGIE: "COMITETUL DE BLOC" (VOTUL)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0100" y="2341215"/>
            <a:ext cx="586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Nu există un șef. Există 5 coordonatori. Ca să intri, ai nevoie de semnătura majorității (3/5).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334134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Funcționare: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Resursa este replicată. Accesul se bazează pe un algoritm de vot ($m &gt; n/2$).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170015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Robustețe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Dacă un coordonator pică, sistemul funcționează (ai restul de voturi).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99869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Dezavantaj: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Performanță scăzută (multe mesaje pentru votare).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334134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417001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9986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381000"/>
            <a:ext cx="7010876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Algoritmul Descentralizat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4/8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22090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4990"/>
            <a:ext cx="6286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31615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0100" y="2255490"/>
            <a:ext cx="586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ANALOGIE: "INTERSECȚIA POLITICOASĂ"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00100" y="2512665"/>
            <a:ext cx="586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Vrei să intri? Trimiți mesaj TUTUROR. Aștepți ca TOȚI să îți răspundă "OK". Cine a cerut primul, intră primul.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351279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Funcționare: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(Ricart-Agrawala) Unanimitate totală. Bazat pe timestamp (timpul cererii).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4341465"/>
            <a:ext cx="600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Corectitudine absolută. Fără coordonator central.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57250" y="482724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Dezavantaj: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 Points of Failure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Dacă un singur nod moare și nu răspunde, toți se blochează.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35127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434146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482724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381000"/>
            <a:ext cx="563070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Algoritmul Distribuit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5/8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22090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4990"/>
            <a:ext cx="6286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31615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800100" y="2255490"/>
            <a:ext cx="5867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ANALOGIE: "MICROFONUL / ȘTAFETA"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00100" y="2512665"/>
            <a:ext cx="586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 "jeton" circulă în cerc. Vorbește doar cine are microfonul. Când termini, îl dai vecinului.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57250" y="351279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Funcționare: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Procesele sunt organizate logic în inel. Jetonul se plimbă continuu.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4341465"/>
            <a:ext cx="6000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Corectitudine (Starvation-free). Ordine garantată.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482724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Dezavantaj: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Dacă se pierde jetonul, trebuie regenerat. Lent dacă inelul e mare.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35127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434146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482724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381000"/>
            <a:ext cx="611076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Algoritmul Token Ring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6/8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6440"/>
            <a:ext cx="53816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36440"/>
            <a:ext cx="53816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8090"/>
            <a:ext cx="53816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08090"/>
            <a:ext cx="538162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819150" y="248409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Centralizat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819150" y="2855565"/>
            <a:ext cx="48863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19150" y="2960340"/>
            <a:ext cx="4886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Când: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Sisteme mici, simple.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Risc: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Moare șeful.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486525" y="248409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Descentralizat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486525" y="2855565"/>
            <a:ext cx="48863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486525" y="2960340"/>
            <a:ext cx="4886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Când: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Sisteme critice (Blockchain).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Atu: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Robustețe maximă.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19150" y="425574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Distribuit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819150" y="4627215"/>
            <a:ext cx="48863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819150" y="4731990"/>
            <a:ext cx="4886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Când: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Medii teoretice / controlate.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Risc: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Fragil la crash.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486525" y="4255740"/>
            <a:ext cx="5130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Token Ring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486525" y="4627215"/>
            <a:ext cx="48863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486525" y="4731990"/>
            <a:ext cx="4886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Când: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Încărcare mare (rețea).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Atu: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Fără foamete (Fair).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50314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250314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27479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42747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381000"/>
            <a:ext cx="6340792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Comparație: Ce alegem?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7/8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20480"/>
            <a:ext cx="11049000" cy="1718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857250" y="1843980"/>
            <a:ext cx="1076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 există un algoritm "perfect". Alegerea depinde de compromisul dintre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performanță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și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robustețe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57250" y="2329755"/>
            <a:ext cx="1076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Pentru simplitate →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Centralizat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57250" y="2815530"/>
            <a:ext cx="1076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Pentru siguranță (să nu cadă sistemul) →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Descentralizat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7250" y="3301305"/>
            <a:ext cx="1076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Pentru corectitudine în aglomerație →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Token Ring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71500" y="4520505"/>
            <a:ext cx="116014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Bibliografie: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184398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232975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281553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330130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57250" y="4924276"/>
            <a:ext cx="10763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Tanenbaum, A. S., &amp; Van Steen, M. (2007).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Distributed Systems: Principles and Paradigms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Pearson.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57250" y="5276701"/>
            <a:ext cx="10763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Ricart, G., &amp; Agrawala, A. K. (1981). "An optimal algorithm for mutual exclusion in computer networks".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57250" y="5629126"/>
            <a:ext cx="10763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Lamport, L. (1978). "Time, clocks, and the ordering of events in a distributed system".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4924276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5276701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71500" y="5629126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71500" y="381000"/>
            <a:ext cx="2260282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Concluzii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71500" y="6400800"/>
            <a:ext cx="823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Slide 8/8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/>
          <p:nvPr/>
        </p:nvSpPr>
        <p:spPr>
          <a:xfrm>
            <a:off x="571500" y="185544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71500" y="262696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71500" y="339849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71500" y="434146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185544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71500" y="2617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71500" y="2617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71500" y="262696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71500" y="33889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71500" y="33889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33984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43319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43319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434146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5103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71500" y="51034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71500" y="5112990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8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1666875" y="200545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https://media.istockphoto.com/id/1029955084/vector/businessman-in-pile-of-papers.jpg?s=612x612&amp;w=0&amp;k=20&amp;c=joraYwuCc0g47hYkYO6BnLmBTym5xCVXTMlPWPYSlpw=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666875" y="223882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698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666875" y="277698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https://images.wondershare.com/edrawmax/templates/network-diagram-for-client-server.png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666875" y="301034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edrawmax.wondershare.com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270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1666875" y="354136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https://lh6.googleusercontent.com/2ugYC_qG_6VVbkXuzzs4Rr6kBlBGtYXvdlnHIAt2zrF_UfmEoWCqKxoWbP5NW1nycofxL7WQIOe2MLCcQY4l3tEUruc4_HxWcjOc47vaAnMLUZKicyoe0afHRzINqDB62ZTOL_60IDbQE1_oTIcahsw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666875" y="396046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hacken.io</a:t>
            </a:r>
            <a:endParaRPr/>
          </a:p>
        </p:txBody>
      </p:sp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843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1666875" y="449148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https://upload.wikimedia.org/wikipedia/commons/9/9e/P2P_network.svg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666875" y="472484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en.wikipedia.org</a:t>
            </a:r>
            <a:endParaRPr/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558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1666875" y="526300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https://media.geeksforgeeks.org/wp-content/uploads/1c.png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666875" y="549637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www.geeksforgeeks.org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571500" y="381000"/>
            <a:ext cx="371046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